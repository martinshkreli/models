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Spruce Biosciences: Focused on Tralesinidase Alfa for MPS IIIB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Lead Asset: Tralesinidase Alfa (TA-ERT)</a:t>
            </a:r>
          </a:p>
          <a:p>
            <a:r>
              <a:t>• Indication: Sanfilippo Syndrome Type B (MPS IIIB) — a fatal, ultra-rare neurodegenerative disorder with no FDA-approved treatments.</a:t>
            </a:r>
          </a:p>
          <a:p>
            <a:r>
              <a:t>• Mechanism: Recombinant human alpha-N-acetylglucosaminidase (rhNAGLU) fused to IGF2 peptide for enhanced CNS delivery via ICV infusion.</a:t>
            </a:r>
          </a:p>
          <a:p>
            <a:pPr>
              <a:defRPr b="1"/>
            </a:pPr>
            <a:r>
              <a:t>• Clinical Impact:</a:t>
            </a:r>
          </a:p>
          <a:p>
            <a:r>
              <a:t>   - Normalization of CSF heparan sulfate non-reducing end (HS-NRE).</a:t>
            </a:r>
          </a:p>
          <a:p>
            <a:r>
              <a:t>   - Stabilization of cognitive function and cortical grey matter volume over 5 years.</a:t>
            </a:r>
          </a:p>
          <a:p>
            <a:r>
              <a:t>   - Resolution of hepatomegaly and reduction in spleen volume.</a:t>
            </a:r>
          </a:p>
          <a:p>
            <a:pPr>
              <a:defRPr b="1"/>
            </a:pPr>
            <a:r>
              <a:t>Regulatory Status</a:t>
            </a:r>
          </a:p>
          <a:p>
            <a:r>
              <a:t>• Breakthrough Therapy Designation by FDA.</a:t>
            </a:r>
          </a:p>
          <a:p>
            <a:r>
              <a:t>• Accelerated Approval Pathway confirmed; BLA submission planned for Q1 2026.</a:t>
            </a:r>
          </a:p>
          <a:p>
            <a:r>
              <a:t>• Received Orphan Drug, Rare Pediatric Disease, and Fast Track designations in U.S. and EU.</a:t>
            </a:r>
          </a:p>
          <a:p>
            <a:pPr>
              <a:defRPr b="1"/>
            </a:pPr>
            <a:r>
              <a:t>Strategic Focus</a:t>
            </a:r>
          </a:p>
          <a:p>
            <a:r>
              <a:t>• TA-ERT is Spruce’s sole development priority following acquisition from BioMarin/Allievex.</a:t>
            </a:r>
          </a:p>
          <a:p>
            <a:r>
              <a:t>• Company restructured to focus exclusively on TA-ERT, reducing workforce by 55%.</a:t>
            </a:r>
          </a:p>
          <a:p>
            <a:r>
              <a:t>• Plans to build a specialized commercial team post-approval to support global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