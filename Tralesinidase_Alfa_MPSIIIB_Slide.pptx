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7F"/>
                </a:solidFill>
              </a:defRPr>
            </a:pPr>
            <a:r>
              <a:t>Spruce Biosciences: Focused on Tralesinidase Alfa for MPS IIIB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solidFill>
                  <a:srgbClr val="323232"/>
                </a:solidFill>
              </a:defRPr>
            </a:pPr>
            <a:r>
              <a:t>Lead Asset: Tralesinidase Alfa (TA-ERT)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- Indication: Sanfilippo Syndrome Type B (MPS IIIB) — a fatal, ultra-rare neurodegenerative disorder with no FDA-approved treatments.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- Mechanism: Recombinant human alpha-N-acetylglucosaminidase (rhNAGLU) fused to IGF2 peptide for enhanced CNS delivery via intracerebroventricular (ICV) infusion.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- Clinical Impact: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   • Normalization of CSF heparan sulfate non-reducing end (HS-NRE)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   • Stabilization of cognitive function and cortical grey matter volume over 5 years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   • Resolution of hepatomegaly and reduction in spleen volume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Regulatory Status: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- Breakthrough Therapy Designation by FDA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- Accelerated Approval Pathway confirmed; BLA submission planned for Q1 2026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- Received Orphan Drug, Rare Pediatric Disease, and Fast Track designations in U.S. and EU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Strategic Focus: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- TA-ERT is Spruce’s sole development priority following acquisition from BioMarin/Allievex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- Company restructured to focus exclusively on TA-ERT, reducing workforce by 55%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- Plans to build a specialized commercial team post-approval to support global launch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